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Ticketing &amp; Reservation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Project Presentation</a:t>
            </a:r>
          </a:p>
          <a:p>
            <a:r>
              <a:rPr lang="en-US" dirty="0" err="1" smtClean="0"/>
              <a:t>Syeda</a:t>
            </a:r>
            <a:r>
              <a:rPr lang="en-US" dirty="0" smtClean="0"/>
              <a:t> </a:t>
            </a:r>
            <a:r>
              <a:rPr lang="en-US" dirty="0" err="1" smtClean="0"/>
              <a:t>Azka</a:t>
            </a:r>
            <a:r>
              <a:rPr lang="en-US" dirty="0" smtClean="0"/>
              <a:t> </a:t>
            </a:r>
            <a:r>
              <a:rPr lang="en-US" dirty="0" err="1" smtClean="0"/>
              <a:t>Batool</a:t>
            </a:r>
            <a:r>
              <a:rPr lang="en-US" dirty="0" smtClean="0"/>
              <a:t> Zaidi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system for booking tickets</a:t>
            </a:r>
          </a:p>
          <a:p>
            <a:r>
              <a:t>Fast, Secure and Easy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booking is slow</a:t>
            </a:r>
          </a:p>
          <a:p>
            <a:r>
              <a:t>Errors in record keeping</a:t>
            </a:r>
          </a:p>
          <a:p>
            <a:r>
              <a:t>Long waiting times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booking</a:t>
            </a:r>
          </a:p>
          <a:p>
            <a:r>
              <a:t>Seat reservation</a:t>
            </a:r>
          </a:p>
          <a:p>
            <a:r>
              <a:t>Data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Web-based ticketing system</a:t>
            </a:r>
          </a:p>
          <a:p>
            <a:r>
              <a:t>User &amp; Admin modules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HTML, CSS, Bootstrap</a:t>
            </a:r>
          </a:p>
          <a:p>
            <a:r>
              <a:t>PHP, MySQL</a:t>
            </a:r>
          </a:p>
          <a:p>
            <a:r>
              <a:t>Git &amp; GitHub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</a:t>
            </a:r>
          </a:p>
          <a:p>
            <a:r>
              <a:t>Routes</a:t>
            </a:r>
          </a:p>
          <a:p>
            <a:r>
              <a:t>Schedules</a:t>
            </a:r>
          </a:p>
          <a:p>
            <a:r>
              <a:t>Tickets</a:t>
            </a:r>
          </a:p>
          <a:p>
            <a:r>
              <a:t>Reservations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registration</a:t>
            </a:r>
          </a:p>
          <a:p>
            <a:r>
              <a:t>Ticket booking</a:t>
            </a:r>
          </a:p>
          <a:p>
            <a:r>
              <a:t>Admin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 booking</a:t>
            </a:r>
          </a:p>
          <a:p>
            <a:r>
              <a:t>Secure data</a:t>
            </a:r>
          </a:p>
          <a:p>
            <a:r>
              <a:t>User-friendly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solution</a:t>
            </a:r>
          </a:p>
          <a:p>
            <a:r>
              <a:t>Scalable and reliable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</Words>
  <Application>Microsoft Office PowerPoint</Application>
  <PresentationFormat>On-screen Show (4:3)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Ticketing &amp; Reservation System</vt:lpstr>
      <vt:lpstr>Introduction</vt:lpstr>
      <vt:lpstr>Problem Statement</vt:lpstr>
      <vt:lpstr>Objectives</vt:lpstr>
      <vt:lpstr>Proposed Solution</vt:lpstr>
      <vt:lpstr>Technology Stack</vt:lpstr>
      <vt:lpstr>Database Design</vt:lpstr>
      <vt:lpstr>System Features</vt:lpstr>
      <vt:lpstr>Expected 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Ticketing &amp; Reservation System</dc:title>
  <dc:subject/>
  <dc:creator/>
  <cp:keywords/>
  <dc:description>generated using python-pptx</dc:description>
  <cp:lastModifiedBy>Muhammad Dilshad</cp:lastModifiedBy>
  <cp:revision>2</cp:revision>
  <dcterms:created xsi:type="dcterms:W3CDTF">2013-01-27T09:14:16Z</dcterms:created>
  <dcterms:modified xsi:type="dcterms:W3CDTF">2025-12-28T16:00:13Z</dcterms:modified>
  <cp:category/>
</cp:coreProperties>
</file>